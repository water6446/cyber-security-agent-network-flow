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5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05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B802-AF4D-0F89-E4C9-1F7B009C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E7A22-E2CA-CE92-9A1C-47F396E5B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27D4-9167-0C25-A575-F1EB7CD9E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EFB5C-F19F-6461-F688-A9E39339D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45720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Presentation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Jansen   ·   Week 1 Briefing   ·   University of Utah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Week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latin typeface="+mj-lt"/>
              </a:rPr>
              <a:t>Studied: </a:t>
            </a:r>
          </a:p>
          <a:p>
            <a:r>
              <a:rPr lang="en-US" sz="1400" dirty="0">
                <a:latin typeface="+mj-lt"/>
              </a:rPr>
              <a:t>     Security Operations Centers (SOC), MITRE ATT&amp;CK, Cyber Kill Chain, AI Agents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Questions Answered: </a:t>
            </a:r>
          </a:p>
          <a:p>
            <a:r>
              <a:rPr lang="en-US" sz="1400" dirty="0">
                <a:latin typeface="+mj-lt"/>
              </a:rPr>
              <a:t>     How a human analyst investigates an incident</a:t>
            </a:r>
          </a:p>
          <a:p>
            <a:r>
              <a:rPr lang="en-US" sz="1400" dirty="0">
                <a:latin typeface="+mj-lt"/>
              </a:rPr>
              <a:t>     How AI agents might assist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Reflection Question</a:t>
            </a:r>
          </a:p>
          <a:p>
            <a:r>
              <a:rPr lang="en-US" sz="1400" dirty="0">
                <a:latin typeface="+mj-lt"/>
              </a:rPr>
              <a:t>      What tasks performed by human analysts could be delegated to AI agents?</a:t>
            </a:r>
          </a:p>
          <a:p>
            <a:pPr>
              <a:spcAft>
                <a:spcPts val="900"/>
              </a:spcAft>
              <a:buSzPct val="100000"/>
            </a:pPr>
            <a:endParaRPr lang="en-US" sz="1400" dirty="0">
              <a:solidFill>
                <a:srgbClr val="1E293B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Roadmap for Today: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dirty="0">
                <a:solidFill>
                  <a:srgbClr val="028090"/>
                </a:solidFill>
                <a:latin typeface="+mj-lt"/>
                <a:ea typeface="Calibri" pitchFamily="34" charset="-122"/>
                <a:cs typeface="Calibri" pitchFamily="34" charset="-120"/>
              </a:rPr>
              <a:t>Landscape  →  AI in cyber  →  the human workflow  →  why it matters  →  where agents fit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30DD-B03A-F4F2-F69E-54AB988D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4D9A35-FC46-1A9C-60D0-CEB99DEBD4F7}"/>
              </a:ext>
            </a:extLst>
          </p:cNvPr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66F03D-0A51-34DA-D3C8-CA0C099DE251}"/>
              </a:ext>
            </a:extLst>
          </p:cNvPr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CCF2C7-D207-0CC2-8F4C-9CD96C6C1442}"/>
              </a:ext>
            </a:extLst>
          </p:cNvPr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2B79C6-14B5-D51A-E6BF-CCC74A9F3CF5}"/>
              </a:ext>
            </a:extLst>
          </p:cNvPr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A9737F-E719-3547-2125-043A682C1EDC}"/>
              </a:ext>
            </a:extLst>
          </p:cNvPr>
          <p:cNvSpPr/>
          <p:nvPr/>
        </p:nvSpPr>
        <p:spPr>
          <a:xfrm>
            <a:off x="197417" y="1188720"/>
            <a:ext cx="79552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= goal + tools + planning + action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E7EEF2-69CB-FB95-333E-C48403406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984" y="1855025"/>
            <a:ext cx="4307659" cy="2400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0C47BB-584A-2A3D-E8E7-BF11E3522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4" y="1819302"/>
            <a:ext cx="4041888" cy="24718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E4E2AE-7707-690B-745F-5383C13533B5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4135672" y="3055251"/>
            <a:ext cx="4793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54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Cyber: Attacks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Attacks: lowers the barrier to entry; accelerates attacker operations</a:t>
            </a:r>
            <a:endParaRPr lang="en-US" sz="15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e.g. PROMPTFLUX / PROMPTSTEAL — malware that rewrites itself using LLMs mid-execution to evade detection</a:t>
            </a:r>
            <a:endParaRPr lang="en-US" sz="1500" dirty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Source: Mandiant / Google frontline incident-response data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Skews</a:t>
            </a: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toward sophisticated </a:t>
            </a:r>
            <a:r>
              <a:rPr lang="en-US" sz="15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enterprise breaches</a:t>
            </a:r>
          </a:p>
          <a:p>
            <a:pPr indent="-2794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QUIETVAULT</a:t>
            </a:r>
          </a:p>
          <a:p>
            <a:pPr lvl="1" indent="-279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Attackers abusing AI tools inside compromised environments to steal NPM tokens</a:t>
            </a:r>
          </a:p>
          <a:p>
            <a:pPr>
              <a:spcAft>
                <a:spcPts val="700"/>
              </a:spcAft>
              <a:buSzPct val="100000"/>
            </a:pPr>
            <a:r>
              <a:rPr lang="en-US" sz="1500" b="1" dirty="0"/>
              <a:t>2026 breaches were not directly caused by AI; humans and unpatched systems still are</a:t>
            </a:r>
          </a:p>
        </p:txBody>
      </p:sp>
      <p:sp>
        <p:nvSpPr>
          <p:cNvPr id="7" name="Shape 5"/>
          <p:cNvSpPr/>
          <p:nvPr/>
        </p:nvSpPr>
        <p:spPr>
          <a:xfrm>
            <a:off x="71323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dwell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11)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4787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931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3931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handoff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hrs in 2022)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82512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776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 #2: voice)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Cyber: Defense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7417" y="1188720"/>
            <a:ext cx="79552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Agentic SOC: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 AI agents triage and investigate alerts at machine speed Google's triage agent: a ~30-minute investigation down to ~1 minute.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Detection-engineering agents auto-draft and test new detection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Big Sleep (Google DeepMind / Project Zero):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 agent that finds unknown vulnerabilities Caught a SQLite zero-day (CVE-2025-6965) attackers were about to use; first time an AI agent foiled an in-the-wild exploit</a:t>
            </a:r>
          </a:p>
          <a:p>
            <a:pPr>
              <a:buNone/>
            </a:pPr>
            <a:r>
              <a:rPr lang="en-US" sz="1600" dirty="0"/>
              <a:t>Arms race, AI accelerates both attack and defense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Human Analyst Investigates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2529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exe, suspicious login, reported phish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72821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 or false positive? worth pursuing?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logs, endpoint, network, identity, threat intel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users, hosts, systems? isolated or spreading?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23697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attacker actions in order; lateral movement?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373989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frameworks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behavior — next slide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242816"/>
            <a:ext cx="310896" cy="310896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2062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&amp; document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attacker, write the report, improve</a:t>
            </a:r>
            <a:endParaRPr lang="en-US" sz="15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53AF75C-2CC3-FDC8-46D1-F0A2DC894CD2}"/>
              </a:ext>
            </a:extLst>
          </p:cNvPr>
          <p:cNvSpPr/>
          <p:nvPr/>
        </p:nvSpPr>
        <p:spPr>
          <a:xfrm>
            <a:off x="2313432" y="45537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Microsoft Incident Report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reat Intelligence and The Pyramid of Pain | Netsurion">
            <a:extLst>
              <a:ext uri="{FF2B5EF4-FFF2-40B4-BE49-F238E27FC236}">
                <a16:creationId xmlns:a16="http://schemas.microsoft.com/office/drawing/2014/main" id="{627342CB-68E2-1B85-2BBF-05E382634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91" y="2147904"/>
            <a:ext cx="2646216" cy="197143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Behavior: Kill Chain &amp; ATT&amp;CK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1" y="126976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1" y="1699534"/>
            <a:ext cx="3474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Lockheed Martin — 7 stages</a:t>
            </a:r>
            <a:endParaRPr lang="en-US" sz="15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→ Weaponize → Deliver → Exploit → Install → C2 → Actions on Objectives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story of an attack — high 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2760" y="111588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2760" y="1545650"/>
            <a:ext cx="3474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tactics (the “why”) + techniques &amp; sub-techniques (the “how”)</a:t>
            </a:r>
            <a:endParaRPr lang="en-US" sz="15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suspicious PowerShell → T1059.001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non-sequential matrix of real-world behaviors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00155" y="445375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together, not one replacing the other. 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D3ADFA-58F9-1E06-60CA-09E644B88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00" y="2812846"/>
            <a:ext cx="1849000" cy="2047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are false positives (Microsoft/Omdia State of the SOC 2026). 73% of teams call false positives their #1 detection challenge (SANS 2025).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per day, with a large share never investigated. Target 2013: a real alert was buried under the false 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82512" y="1234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0" i="0" dirty="0">
                <a:solidFill>
                  <a:srgbClr val="08111F"/>
                </a:solidFill>
                <a:effectLst/>
                <a:latin typeface="-apple-system"/>
              </a:rPr>
              <a:t>of security teams are understaffed, according to ISACA’s 2025 State of Cybersecurity report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977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throughline: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alerts, too many false, too few people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ttps://storage.googleapis.com/gweb-cloudblog-publish/images/3_Agentic_SOC.max-1100x1100.png">
            <a:extLst>
              <a:ext uri="{FF2B5EF4-FFF2-40B4-BE49-F238E27FC236}">
                <a16:creationId xmlns:a16="http://schemas.microsoft.com/office/drawing/2014/main" id="{8D92ED28-5E1C-7CC4-7AD5-F14946E2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135" y="2394545"/>
            <a:ext cx="4284785" cy="219692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Fit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 tier model is a natural automation gradient: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triage + enrichment:  most automatable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investigation:  AI-assisted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hunting + judgment:  stays human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Threat Defense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Agentic-SOC vendors: Dropzone AI, Prophet Security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Risks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confident but wrong mappings or conclusions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bias: analysts over-trust the AI and stop verifying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our agents will read attacker-controlled logs (indirect injection)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crisis (2026): RCE CVEs, a malicious-skill supply chain;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don’t run it on a standard work machine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Bitdefender estimated roughly 17% of skills they analyzed early on carried malicious payloads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gate high-impact actions behind a human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Delegate?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AI Agents for Cybersecurity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EF5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&amp; log queries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drafting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&amp; reporting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65192" y="1325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7EDF2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472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1892808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approval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Business-impact calls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notification decisions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incident 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build: the 4 agents and how they tie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96112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Analyst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8348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 &amp; scope the incident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84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behavior to MITRE ATT&amp;CK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Reasoning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642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42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timeline &amp; classify the 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009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300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incident summary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1561</Words>
  <Application>Microsoft Office PowerPoint</Application>
  <PresentationFormat>On-screen Show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Human Analysts to AI Agents</dc:title>
  <dc:subject>PptxGenJS Presentation</dc:subject>
  <dc:creator>Maximilian Jansen</dc:creator>
  <cp:lastModifiedBy>Jansen, Max</cp:lastModifiedBy>
  <cp:revision>2</cp:revision>
  <dcterms:created xsi:type="dcterms:W3CDTF">2026-06-25T17:46:10Z</dcterms:created>
  <dcterms:modified xsi:type="dcterms:W3CDTF">2026-06-26T16:14:26Z</dcterms:modified>
</cp:coreProperties>
</file>